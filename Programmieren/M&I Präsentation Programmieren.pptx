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f45fa1f3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f45fa1f3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f62962b14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f62962b14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62962b14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62962b14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fe07c60d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fe07c60d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fe07c60da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fe07c60da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f62962b14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f62962b14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00938d7b4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00938d7b4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00938d7b4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00938d7b4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00938d7b4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00938d7b4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00938d7b4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00938d7b4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00938d7b4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00938d7b4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f62962b14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f62962b14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62962b14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62962b14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f62962b14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f62962b14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400">
        <p14:gallery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freetimemaker.github.io/" TargetMode="External"/><Relationship Id="rId4" Type="http://schemas.openxmlformats.org/officeDocument/2006/relationships/hyperlink" Target="https://www.srf.ch/" TargetMode="External"/><Relationship Id="rId10" Type="http://schemas.openxmlformats.org/officeDocument/2006/relationships/image" Target="../media/image6.png"/><Relationship Id="rId9" Type="http://schemas.openxmlformats.org/officeDocument/2006/relationships/image" Target="../media/image2.png"/><Relationship Id="rId5" Type="http://schemas.openxmlformats.org/officeDocument/2006/relationships/hyperlink" Target="https://www.toggo.de/" TargetMode="External"/><Relationship Id="rId6" Type="http://schemas.openxmlformats.org/officeDocument/2006/relationships/hyperlink" Target="https://www.sunshine.ch/" TargetMode="External"/><Relationship Id="rId7" Type="http://schemas.openxmlformats.org/officeDocument/2006/relationships/image" Target="../media/image10.jpg"/><Relationship Id="rId8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Herzlich Willkommen zu meiner Präsentation über das Programmieren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Übersicht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Wie viele Programmiersprachen gibt 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Wie werden Websites Programmiert?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Was ist Python?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Was ist HTML?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Was ist JavaScript?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Websites anschauen über einen Link.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Wie viele Programmiersprachen gibt es?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Aktuell gibt es 250 Programmiersprachen wie zum Beispiel: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Python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HTML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JavaScript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Python?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de">
                <a:solidFill>
                  <a:srgbClr val="040C28"/>
                </a:solidFill>
                <a:highlight>
                  <a:srgbClr val="FFFFFF"/>
                </a:highlight>
              </a:rPr>
              <a:t>Python</a:t>
            </a:r>
            <a:r>
              <a:rPr lang="de">
                <a:solidFill>
                  <a:srgbClr val="1F1F1F"/>
                </a:solidFill>
                <a:highlight>
                  <a:srgbClr val="FFFFFF"/>
                </a:highlight>
              </a:rPr>
              <a:t> ist eine interpretierte, höhere Programmiersprache, die mit dem Ziel einer guten Programmlesbarkeit entworfen und anfangs im Hochschul- und Ausbildungsbereich als Lehrsprache eingesetzt wurde.</a:t>
            </a:r>
            <a:endParaRPr sz="2100"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40675"/>
            <a:ext cx="7235974" cy="300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Python?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0950"/>
            <a:ext cx="7878900" cy="382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Python?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025"/>
            <a:ext cx="7843850" cy="378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HTML?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de">
                <a:solidFill>
                  <a:srgbClr val="1F1F1F"/>
                </a:solidFill>
                <a:highlight>
                  <a:srgbClr val="FFFFFF"/>
                </a:highlight>
              </a:rPr>
              <a:t>Die Hypertext Markup Language (HTML, englisch für Hypertext-Auszeichnungssprache) ist eine </a:t>
            </a:r>
            <a:r>
              <a:rPr lang="de">
                <a:solidFill>
                  <a:srgbClr val="040C28"/>
                </a:solidFill>
                <a:highlight>
                  <a:srgbClr val="FFFFFF"/>
                </a:highlight>
              </a:rPr>
              <a:t>textbasierte Auszeichnungssprache zur Strukturierung elektronischer Dokumente wie Texte mit Hyperlinks, Bildern und anderen Inhalten</a:t>
            </a:r>
            <a:r>
              <a:rPr lang="de">
                <a:solidFill>
                  <a:srgbClr val="1F1F1F"/>
                </a:solidFill>
                <a:highlight>
                  <a:srgbClr val="FFFFFF"/>
                </a:highlight>
              </a:rPr>
              <a:t>.</a:t>
            </a:r>
            <a:endParaRPr sz="2100"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71813"/>
            <a:ext cx="5962650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HTML?</a:t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00550"/>
            <a:ext cx="6019800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HTML?</a:t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86013"/>
            <a:ext cx="6019800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HTML?</a:t>
            </a:r>
            <a:endParaRPr/>
          </a:p>
        </p:txBody>
      </p:sp>
      <p:pic>
        <p:nvPicPr>
          <p:cNvPr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71750"/>
            <a:ext cx="601980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HTML?</a:t>
            </a:r>
            <a:endParaRPr/>
          </a:p>
        </p:txBody>
      </p:sp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3048000"/>
            <a:ext cx="6010275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HTML?</a:t>
            </a:r>
            <a:endParaRPr/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71750"/>
            <a:ext cx="6010275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JavaScript?</a:t>
            </a:r>
            <a:endParaRPr/>
          </a:p>
        </p:txBody>
      </p:sp>
      <p:pic>
        <p:nvPicPr>
          <p:cNvPr id="128" name="Google Shape;1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751" y="2494526"/>
            <a:ext cx="3369250" cy="264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432525" y="1262500"/>
            <a:ext cx="7668600" cy="14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rgbClr val="040C28"/>
                </a:solidFill>
                <a:highlight>
                  <a:srgbClr val="FFFFFF"/>
                </a:highlight>
              </a:rPr>
              <a:t>JavaScript (JS) ist eine Skriptsprache, die hauptsächlich in Webbrowsern ausgeführt wird</a:t>
            </a:r>
            <a:r>
              <a:rPr lang="de" sz="1800">
                <a:solidFill>
                  <a:srgbClr val="1F1F1F"/>
                </a:solidFill>
                <a:highlight>
                  <a:srgbClr val="FFFFFF"/>
                </a:highlight>
              </a:rPr>
              <a:t>. Sie erlaubt die Erstellung dynamischer und interaktiver Webseiten, indem sie es Entwicklern ermöglicht, auf Ereignisse zu reagieren, Benutzereingaben zu verarbeiten und den Inhalt einer Webseite während der Laufzeit zu ändern.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Wie werden Websites Programmiert?</a:t>
            </a:r>
            <a:endParaRPr/>
          </a:p>
        </p:txBody>
      </p:sp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1475" y="1803250"/>
            <a:ext cx="6412525" cy="334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6"/>
          <p:cNvSpPr txBox="1"/>
          <p:nvPr/>
        </p:nvSpPr>
        <p:spPr>
          <a:xfrm>
            <a:off x="304800" y="1031625"/>
            <a:ext cx="87336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Websites werden am meisten auf der Seite mit HTML programmiert, beim Aussehen mit CSS und wenn ein Quiz dabei ist mit JavaScript.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Websites mit einem Link anschauen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 u="sng">
                <a:solidFill>
                  <a:schemeClr val="hlink"/>
                </a:solidFill>
                <a:hlinkClick r:id="rId3"/>
              </a:rPr>
              <a:t>https://freetimemaker.github.io/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Schweizer Radio und Fernsehen </a:t>
            </a:r>
            <a:r>
              <a:rPr lang="de" u="sng">
                <a:solidFill>
                  <a:schemeClr val="hlink"/>
                </a:solidFill>
                <a:hlinkClick r:id="rId4"/>
              </a:rPr>
              <a:t>https://www.srf.ch/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Toggo </a:t>
            </a:r>
            <a:r>
              <a:rPr lang="de" u="sng">
                <a:solidFill>
                  <a:schemeClr val="hlink"/>
                </a:solidFill>
                <a:hlinkClick r:id="rId5"/>
              </a:rPr>
              <a:t>https://www.toggo.de/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Radio Sunshine </a:t>
            </a:r>
            <a:r>
              <a:rPr lang="de" u="sng">
                <a:solidFill>
                  <a:schemeClr val="hlink"/>
                </a:solidFill>
                <a:hlinkClick r:id="rId6"/>
              </a:rPr>
              <a:t>https://www.sunshine.ch/</a:t>
            </a:r>
            <a:endParaRPr/>
          </a:p>
        </p:txBody>
      </p:sp>
      <p:pic>
        <p:nvPicPr>
          <p:cNvPr id="143" name="Google Shape;143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90550" y="951300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85600" y="1391175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00052" y="1788552"/>
            <a:ext cx="455025" cy="45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46875" y="2130710"/>
            <a:ext cx="455025" cy="441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